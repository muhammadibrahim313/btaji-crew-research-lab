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uhammadibrahim313/btaji-crew-research-lab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.whatsapp.com/E29f5rozhAo8RbKjA00eS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Times New Roman"/>
                <a:cs typeface="Times New Roman"/>
              </a:rPr>
              <a:t>BTAJI CREW  ·  SESSION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95527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1A1A1A"/>
                </a:solidFill>
                <a:latin typeface="Times New Roman"/>
                <a:cs typeface="Times New Roman"/>
              </a:rPr>
              <a:t>Planning Your </a:t>
            </a:r>
            <a:r>
              <a:rPr sz="6400" b="1" i="1">
                <a:solidFill>
                  <a:srgbClr val="0F766E"/>
                </a:solidFill>
                <a:latin typeface="Times New Roman"/>
                <a:cs typeface="Times New Roman"/>
              </a:rPr>
              <a:t>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i="1">
                <a:solidFill>
                  <a:srgbClr val="6B6B6B"/>
                </a:solidFill>
                <a:latin typeface="Times New Roman"/>
                <a:cs typeface="Times New Roman"/>
              </a:rPr>
              <a:t>From your research question to your experiment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766E"/>
                </a:solidFill>
                <a:latin typeface="Times New Roman"/>
                <a:cs typeface="Times New Roman"/>
              </a:rPr>
              <a:t>HOSTED BY   </a:t>
            </a:r>
            <a:r>
              <a:rPr sz="1700">
                <a:solidFill>
                  <a:srgbClr val="1A1A1A"/>
                </a:solidFill>
                <a:latin typeface="Times New Roman"/>
                <a:cs typeface="Times New Roman"/>
              </a:rPr>
              <a:t>Muhammad Ibrahim Qasmi  &amp;  Zulqarnain Ali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6B6B6B"/>
                </a:solidFill>
                <a:latin typeface="Times New Roman"/>
                <a:cs typeface="Times New Roman"/>
              </a:rPr>
              <a:t>Free   ·   Urdu   ·   Beginner friendly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Times New Roman"/>
                <a:cs typeface="Times New Roman"/>
              </a:rPr>
              <a:t>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0020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600" b="1">
                <a:solidFill>
                  <a:srgbClr val="0F766E"/>
                </a:solidFill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42062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i="1">
                <a:solidFill>
                  <a:srgbClr val="1A1A1A"/>
                </a:solidFill>
                <a:latin typeface="Times New Roman"/>
                <a:cs typeface="Times New Roman"/>
              </a:rPr>
              <a:t>Four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5760720"/>
            <a:ext cx="10543032" cy="0"/>
          </a:xfrm>
          <a:prstGeom prst="bentConnector3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98932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OUR GAP</a:t>
            </a:r>
            <a:r>
              <a:rPr sz="1500">
                <a:solidFill>
                  <a:srgbClr val="6B6B6B"/>
                </a:solidFill>
                <a:latin typeface="Times New Roman"/>
                <a:cs typeface="Times New Roman"/>
              </a:rPr>
              <a:t>      →      </a:t>
            </a:r>
            <a:r>
              <a:rPr sz="1500" b="1">
                <a:solidFill>
                  <a:srgbClr val="1A1A1A"/>
                </a:solidFill>
                <a:latin typeface="Times New Roman"/>
                <a:cs typeface="Times New Roman"/>
              </a:rPr>
              <a:t>OUR QUESTION</a:t>
            </a:r>
            <a:r>
              <a:rPr sz="1500">
                <a:solidFill>
                  <a:srgbClr val="6B6B6B"/>
                </a:solidFill>
                <a:latin typeface="Times New Roman"/>
                <a:cs typeface="Times New Roman"/>
              </a:rPr>
              <a:t>      →      </a:t>
            </a:r>
            <a:r>
              <a:rPr sz="1500" b="1">
                <a:solidFill>
                  <a:srgbClr val="1A1A1A"/>
                </a:solidFill>
                <a:latin typeface="Times New Roman"/>
                <a:cs typeface="Times New Roman"/>
              </a:rPr>
              <a:t>THE PAPER</a:t>
            </a:r>
            <a:r>
              <a:rPr sz="1500">
                <a:solidFill>
                  <a:srgbClr val="6B6B6B"/>
                </a:solidFill>
                <a:latin typeface="Times New Roman"/>
                <a:cs typeface="Times New Roman"/>
              </a:rPr>
              <a:t>      →      </a:t>
            </a:r>
            <a:r>
              <a:rPr sz="1500" b="1">
                <a:solidFill>
                  <a:srgbClr val="1A1A1A"/>
                </a:solidFill>
                <a:latin typeface="Times New Roman"/>
                <a:cs typeface="Times New Roman"/>
              </a:rPr>
              <a:t>THE PLAN</a:t>
            </a:r>
            <a:r>
              <a:rPr sz="1500">
                <a:solidFill>
                  <a:srgbClr val="6B6B6B"/>
                </a:solidFill>
                <a:latin typeface="Times New Roman"/>
                <a:cs typeface="Times New Roman"/>
              </a:rPr>
              <a:t>      →      </a:t>
            </a:r>
            <a:r>
              <a:rPr sz="1500" b="1">
                <a:solidFill>
                  <a:srgbClr val="1A1A1A"/>
                </a:solidFill>
                <a:latin typeface="Times New Roman"/>
                <a:cs typeface="Times New Roman"/>
              </a:rPr>
              <a:t>YOUR TURN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Where we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have been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Session 1: what research is, and how to read a paper.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Session 2: find a gap, and write one clear research question.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Session 3: prove the gap is real with a full search of the field.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Today: give all of that the shape of a paper, and a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This was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our gap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After Sessions 1 to 3, we had one clear gap.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A gap is a complaint: nobody has done X yet.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Today we turn that complaint into a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3703320"/>
          </a:xfrm>
          <a:prstGeom prst="roundRect">
            <a:avLst/>
          </a:prstGeom>
          <a:solidFill>
            <a:srgbClr val="EAF4F2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/>
            <a:r>
              <a:rPr sz="1400" b="1">
                <a:solidFill>
                  <a:srgbClr val="0A524C"/>
                </a:solidFill>
                <a:latin typeface="Times New Roman"/>
                <a:cs typeface="Times New Roman"/>
              </a:rPr>
              <a:t>OUR GAP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>
                <a:solidFill>
                  <a:srgbClr val="1A1A1A"/>
                </a:solidFill>
                <a:latin typeface="Times New Roman"/>
                <a:cs typeface="Times New Roman"/>
              </a:rPr>
              <a:t>Nobody checks how well ECG digitizers work for each type of image damage.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Idea, hypothesis,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Idea: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something you are curious about.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Hypothesis: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your best guess at the answer.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Research question: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the one clear thing you will test.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0" i="1">
                <a:solidFill>
                  <a:srgbClr val="1A1A1A"/>
                </a:solidFill>
                <a:latin typeface="Times New Roman"/>
                <a:cs typeface="Times New Roman"/>
              </a:rPr>
              <a:t>Same path as Session 2, now written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Our </a:t>
            </a:r>
            <a:r>
              <a:rPr sz="3400" b="1" i="1">
                <a:solidFill>
                  <a:srgbClr val="0F766E"/>
                </a:solidFill>
                <a:latin typeface="Times New Roman"/>
                <a:cs typeface="Times New Roman"/>
              </a:rPr>
              <a:t>research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One clear sentence you can actually test.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Everything in the paper points to answering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3703320"/>
          </a:xfrm>
          <a:prstGeom prst="roundRect">
            <a:avLst/>
          </a:prstGeom>
          <a:solidFill>
            <a:srgbClr val="EAF4F2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/>
            <a:r>
              <a:rPr sz="1400" b="1">
                <a:solidFill>
                  <a:srgbClr val="0A524C"/>
                </a:solidFill>
                <a:latin typeface="Times New Roman"/>
                <a:cs typeface="Times New Roman"/>
              </a:rPr>
              <a:t>OUR QUESTION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>
                <a:solidFill>
                  <a:srgbClr val="1A1A1A"/>
                </a:solidFill>
                <a:latin typeface="Times New Roman"/>
                <a:cs typeface="Times New Roman"/>
              </a:rPr>
              <a:t>Does ECG digitization accuracy hold up for each type of image damage, method by method?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Times New Roman"/>
                <a:cs typeface="Times New Roman"/>
              </a:rPr>
              <a:t>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3291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0" b="1">
                <a:solidFill>
                  <a:srgbClr val="0F766E"/>
                </a:solidFill>
                <a:latin typeface="Times New Roman"/>
                <a:cs typeface="Times New Roman"/>
              </a:rPr>
              <a:t>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2148840"/>
            <a:ext cx="18288" cy="0"/>
          </a:xfrm>
          <a:prstGeom prst="bentConnector3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0" y="2286000"/>
            <a:ext cx="69494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A1A1A"/>
                </a:solidFill>
                <a:latin typeface="Times New Roman"/>
                <a:cs typeface="Times New Roman"/>
              </a:rPr>
              <a:t>The shape of the paper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2000" i="1">
                <a:solidFill>
                  <a:srgbClr val="6B6B6B"/>
                </a:solidFill>
                <a:latin typeface="Times New Roman"/>
                <a:cs typeface="Times New Roman"/>
              </a:rPr>
              <a:t>Open it on screen, and walk the parts one by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A paper is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just sections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Every paper is the same set of parts: title, abstract, introduction, related work,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methodology, experiments, results, discussion, conclusion.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Once you see the shape, it stops being scary.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 HEART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300" b="1">
                <a:solidFill>
                  <a:srgbClr val="1A1A1A"/>
                </a:solidFill>
                <a:latin typeface="Times New Roman"/>
                <a:cs typeface="Times New Roman"/>
              </a:rPr>
              <a:t>The literature review is </a:t>
            </a:r>
            <a:r>
              <a:rPr sz="3300" b="1" i="1">
                <a:solidFill>
                  <a:srgbClr val="0F766E"/>
                </a:solidFill>
                <a:latin typeface="Times New Roman"/>
                <a:cs typeface="Times New Roman"/>
              </a:rPr>
              <a:t>the heart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For a first paper, the literature review is the most important part.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It shows you read the field and found a real, empty spot.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This is the payoff of your Session 3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ON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Open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the paper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3032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I open the example paper and go part by part.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Watch the shape, not every word. I say what each part does and why it is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47548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>
                <a:solidFill>
                  <a:srgbClr val="F5F5F5"/>
                </a:solidFill>
                <a:latin typeface="Courier New"/>
                <a:cs typeface="Courier New"/>
              </a:rPr>
              <a:t>open:  ecg-literature-review.tex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INSIDE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literature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The review sorts the papers we found into a few groups.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The comparison table sits here, in the paper, and shows the empty column, the gap.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This is where we spend the most time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INSIDE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100" b="1">
                <a:solidFill>
                  <a:srgbClr val="1A1A1A"/>
                </a:solidFill>
                <a:latin typeface="Times New Roman"/>
                <a:cs typeface="Times New Roman"/>
              </a:rPr>
              <a:t>The question, at the </a:t>
            </a:r>
            <a:r>
              <a:rPr sz="3100" b="1" i="1">
                <a:solidFill>
                  <a:srgbClr val="0F766E"/>
                </a:solidFill>
                <a:latin typeface="Times New Roman"/>
                <a:cs typeface="Times New Roman"/>
              </a:rPr>
              <a:t>end of the intro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The research question sits at the end of the introduction, in a box, easy to find.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Everything before it builds up to it. Everything after it answers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INSIDE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300" b="1">
                <a:solidFill>
                  <a:srgbClr val="1A1A1A"/>
                </a:solidFill>
                <a:latin typeface="Times New Roman"/>
                <a:cs typeface="Times New Roman"/>
              </a:rPr>
              <a:t>The rest are </a:t>
            </a:r>
            <a:r>
              <a:rPr sz="3300" b="1" i="1">
                <a:solidFill>
                  <a:srgbClr val="0F766E"/>
                </a:solidFill>
                <a:latin typeface="Times New Roman"/>
                <a:cs typeface="Times New Roman"/>
              </a:rPr>
              <a:t>headings to fill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Methodology, experiments, results, discussion: for now these are just named headings.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The point: this is where each part goes. I will fill it in once the experiments are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REUSE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A template for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any paper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A second file explains what goes in each section, in plain words with an example.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A third file is a color-coded example: red for the problem, green for the method.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Copy them, and fill each part for your own topic.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49240"/>
            <a:ext cx="47548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>
                <a:solidFill>
                  <a:srgbClr val="F5F5F5"/>
                </a:solidFill>
                <a:latin typeface="Courier New"/>
                <a:cs typeface="Courier New"/>
              </a:rPr>
              <a:t>open:  research-paper-template.tex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PART 1 IN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What to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remember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A paper is just a set of sections.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The literature review is the heart, and you already did it in Session 3.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The rest are headings you fill in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Times New Roman"/>
                <a:cs typeface="Times New Roman"/>
              </a:rPr>
              <a:t>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3291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800" b="1">
                <a:solidFill>
                  <a:srgbClr val="0F766E"/>
                </a:solidFill>
                <a:latin typeface="Times New Roman"/>
                <a:cs typeface="Times New Roman"/>
              </a:rPr>
              <a:t>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2148840"/>
            <a:ext cx="18288" cy="0"/>
          </a:xfrm>
          <a:prstGeom prst="bentConnector3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0" y="2286000"/>
            <a:ext cx="69494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A1A1A"/>
                </a:solidFill>
                <a:latin typeface="Times New Roman"/>
                <a:cs typeface="Times New Roman"/>
              </a:rPr>
              <a:t>The plan: your experiment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2000" i="1">
                <a:solidFill>
                  <a:srgbClr val="6B6B6B"/>
                </a:solidFill>
                <a:latin typeface="Times New Roman"/>
                <a:cs typeface="Times New Roman"/>
              </a:rPr>
              <a:t>Now, what will you actually run?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What an </a:t>
            </a:r>
            <a:r>
              <a:rPr sz="3400" b="1" i="1">
                <a:solidFill>
                  <a:srgbClr val="0F766E"/>
                </a:solidFill>
                <a:latin typeface="Times New Roman"/>
                <a:cs typeface="Times New Roman"/>
              </a:rPr>
              <a:t>experiment plan</a:t>
            </a: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 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Before any code, you plan the experiment.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It answers three things: what will you run, on what data, and measured how.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Get your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data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We are in AI and ML, so first we need data.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From your literature review, you already know the best dataset for your topic.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3703320"/>
          </a:xfrm>
          <a:prstGeom prst="roundRect">
            <a:avLst/>
          </a:prstGeom>
          <a:solidFill>
            <a:srgbClr val="EAF4F2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/>
            <a:r>
              <a:rPr sz="1400" b="1">
                <a:solidFill>
                  <a:srgbClr val="0A524C"/>
                </a:solidFill>
                <a:latin typeface="Times New Roman"/>
                <a:cs typeface="Times New Roman"/>
              </a:rPr>
              <a:t>FOR ECG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>
                <a:solidFill>
                  <a:srgbClr val="1A1A1A"/>
                </a:solidFill>
                <a:latin typeface="Times New Roman"/>
                <a:cs typeface="Times New Roman"/>
              </a:rPr>
              <a:t>I use the Kaggle physionet-ecg-image-digitization data: 977 ECGs, each in 9 damage types, each with the true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300" b="1">
                <a:solidFill>
                  <a:srgbClr val="1A1A1A"/>
                </a:solidFill>
                <a:latin typeface="Times New Roman"/>
                <a:cs typeface="Times New Roman"/>
              </a:rPr>
              <a:t>The </a:t>
            </a:r>
            <a:r>
              <a:rPr sz="3300" b="1" i="1">
                <a:solidFill>
                  <a:srgbClr val="0F766E"/>
                </a:solidFill>
                <a:latin typeface="Times New Roman"/>
                <a:cs typeface="Times New Roman"/>
              </a:rPr>
              <a:t>9 types</a:t>
            </a:r>
            <a:r>
              <a:rPr sz="3300" b="1">
                <a:solidFill>
                  <a:srgbClr val="1A1A1A"/>
                </a:solidFill>
                <a:latin typeface="Times New Roman"/>
                <a:cs typeface="Times New Roman"/>
              </a:rPr>
              <a:t> of images we handle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nine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025" y="2331720"/>
            <a:ext cx="4687645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72200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i="1">
                <a:solidFill>
                  <a:srgbClr val="0F766E"/>
                </a:solidFill>
                <a:latin typeface="Times New Roman"/>
                <a:cs typeface="Times New Roman"/>
              </a:rPr>
              <a:t>One ECG, nine kinds of damage. A digitizer has to survive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The steps that take a paper image and turn it into a clean signal.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Draw it as boxes: the image goes in, a few steps in the middle, the signal comes out.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0" i="1">
                <a:solidFill>
                  <a:srgbClr val="1A1A1A"/>
                </a:solidFill>
                <a:latin typeface="Times New Roman"/>
                <a:cs typeface="Times New Roman"/>
              </a:rPr>
              <a:t>If you can draw it, you understand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3703320"/>
          </a:xfrm>
          <a:prstGeom prst="roundRect">
            <a:avLst/>
          </a:prstGeom>
          <a:solidFill>
            <a:srgbClr val="EAF4F2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/>
            <a:r>
              <a:rPr sz="1400" b="1">
                <a:solidFill>
                  <a:srgbClr val="0A524C"/>
                </a:solidFill>
                <a:latin typeface="Times New Roman"/>
                <a:cs typeface="Times New Roman"/>
              </a:rPr>
              <a:t>FOR ECG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>
                <a:solidFill>
                  <a:srgbClr val="1A1A1A"/>
                </a:solidFill>
                <a:latin typeface="Times New Roman"/>
                <a:cs typeface="Times New Roman"/>
              </a:rPr>
              <a:t>Image in, straighten it, find the leads, trace the line, calibrate, signal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PILLAR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What are you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beating?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A result means nothing without something to compare against.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Use a simple method, and a strong method that already exists.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0" i="1">
                <a:solidFill>
                  <a:srgbClr val="1A1A1A"/>
                </a:solidFill>
                <a:latin typeface="Times New Roman"/>
                <a:cs typeface="Times New Roman"/>
              </a:rPr>
              <a:t>No competitor, no victory.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PILLAR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Dataset and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split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Which data you use, and how you split it into train and test.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Split by patient or record, so the same one is never in both parts.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The same item in train and test is leakage. It is the number one mistake.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PILLAR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Pick the </a:t>
            </a:r>
            <a:r>
              <a:rPr sz="3400" b="1" i="1">
                <a:solidFill>
                  <a:srgbClr val="0F766E"/>
                </a:solidFill>
                <a:latin typeface="Times New Roman"/>
                <a:cs typeface="Times New Roman"/>
              </a:rPr>
              <a:t>right number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Do not report one overall number. It hides where the method fails.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Report the score for each type of damage.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Your metric must match your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PILLAR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Ablation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Turn one part of your method off, then measure again.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If the score drops, that part was doing real work.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This is how you prove each piece earns its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CHECK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Smoke test</a:t>
            </a: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Run your pipeline on ONE image first, and look at the output.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If it works on one, then scale up to the whole dataset.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Do not run thousands of images before you know it even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THEN IMPROVE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Baseline, </a:t>
            </a:r>
            <a:r>
              <a:rPr sz="3400" b="1" i="1">
                <a:solidFill>
                  <a:srgbClr val="0F766E"/>
                </a:solidFill>
                <a:latin typeface="Times New Roman"/>
                <a:cs typeface="Times New Roman"/>
              </a:rPr>
              <a:t>then improvement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First get a simple pipeline that is correct end to end.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Only then add training, fine-tuning, or a different model to push the score up.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Correct first. Fancy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THE FULL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The detailed plan is </a:t>
            </a:r>
            <a:r>
              <a:rPr sz="3400" b="1" i="1">
                <a:solidFill>
                  <a:srgbClr val="0F766E"/>
                </a:solidFill>
                <a:latin typeface="Times New Roman"/>
                <a:cs typeface="Times New Roman"/>
              </a:rPr>
              <a:t>a document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Slides stay short. The full step-by-step plan, with tables, is a separate file.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I open it and walk it, the same way as the paper.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49240"/>
            <a:ext cx="47548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>
                <a:solidFill>
                  <a:srgbClr val="F5F5F5"/>
                </a:solidFill>
                <a:latin typeface="Courier New"/>
                <a:cs typeface="Courier New"/>
              </a:rPr>
              <a:t>open:  ecg-experiment-plan.tex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PART 2 IN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 i="1">
                <a:solidFill>
                  <a:srgbClr val="0F766E"/>
                </a:solidFill>
                <a:latin typeface="Times New Roman"/>
                <a:cs typeface="Times New Roman"/>
              </a:rPr>
              <a:t>What a plan needs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Data, a pipeline, baselines, a safe split, the right metric per type, and one ablation.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Test it small first, get it correct, then improve.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A plan is what turns a question into a real experiment.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PUT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whole thing,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in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Idea, then research question, then the shape of the paper, then the experiment plan.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That is a first paper, planned from start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ONE SMALL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Get your </a:t>
            </a:r>
            <a:r>
              <a:rPr sz="3400" b="1" i="1">
                <a:solidFill>
                  <a:srgbClr val="0F766E"/>
                </a:solidFill>
                <a:latin typeface="Times New Roman"/>
                <a:cs typeface="Times New Roman"/>
              </a:rPr>
              <a:t>researcher ID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Make a free ORCID iD. It is your permanent ID, and you do not need a university email.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Later, you can post your paper as a preprint and get a link the world can cite.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65192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B6B6B"/>
                </a:solidFill>
                <a:latin typeface="Times New Roman"/>
                <a:cs typeface="Times New Roman"/>
              </a:rPr>
              <a:t>FREE, TAKES 5 MINUTES</a:t>
            </a:r>
          </a:p>
        </p:txBody>
      </p:sp>
      <p:pic>
        <p:nvPicPr>
          <p:cNvPr id="7" name="Picture 6" descr="orc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pic>
        <p:nvPicPr>
          <p:cNvPr id="8" name="Picture 7" descr="sch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2578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Try it now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14255" y="438912"/>
            <a:ext cx="1554480" cy="420624"/>
          </a:xfrm>
          <a:prstGeom prst="roundRect">
            <a:avLst/>
          </a:prstGeom>
          <a:solidFill>
            <a:srgbClr val="1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Write your one research question in a single sentence.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Name the sections your paper will have.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Say which section you will fill first (hint: the literature review).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Paste it in the chat. We pick a few and react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Your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task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283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Make your ORCID iD.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Fill the literature review for your own topic: 20 to 30 papers from your Session 3 search, every row a real link.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Sketch your experiment plan on one page: pipeline, baselines, data, metric, ablation.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Bring your one-page plan next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u="sng">
                <a:solidFill>
                  <a:srgbClr val="1A4EC8"/>
                </a:solidFill>
                <a:latin typeface="Times New Roman"/>
                <a:cs typeface="Times New Roman"/>
                <a:hlinkClick r:id="rId2"/>
              </a:rPr>
              <a:t>Repo: slides, template,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Times New Roman"/>
                <a:cs typeface="Times New Roman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whole path in </a:t>
            </a:r>
            <a:r>
              <a:rPr sz="3600" b="1" i="1">
                <a:solidFill>
                  <a:srgbClr val="0F766E"/>
                </a:solidFill>
                <a:latin typeface="Times New Roman"/>
                <a:cs typeface="Times New Roman"/>
              </a:rPr>
              <a:t>one 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Gap, then question, then the shape of the paper, then the plan.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You already did the hard parts. Today you gave them a shape.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0F766E"/>
                </a:solidFill>
                <a:latin typeface="Times New Roman"/>
                <a:cs typeface="Times New Roman"/>
              </a:rPr>
              <a:t>▪  </a:t>
            </a:r>
            <a:r>
              <a:rPr sz="2200" b="0" i="1">
                <a:solidFill>
                  <a:srgbClr val="1A1A1A"/>
                </a:solidFill>
                <a:latin typeface="Times New Roman"/>
                <a:cs typeface="Times New Roman"/>
              </a:rPr>
              <a:t>Next time: your plan becomes a running experiment.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BTAJI CREW  ·  SESSION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6B6B"/>
                </a:solidFill>
                <a:latin typeface="Times New Roman"/>
                <a:cs typeface="Times New Roman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imes New Roman"/>
                <a:cs typeface="Times New Roman"/>
              </a:rPr>
              <a:t>JOIN 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30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0" b="1">
                <a:solidFill>
                  <a:srgbClr val="FFFFFF"/>
                </a:solidFill>
                <a:latin typeface="Times New Roman"/>
                <a:cs typeface="Times New Roman"/>
              </a:rPr>
              <a:t>Keep </a:t>
            </a:r>
            <a:r>
              <a:rPr sz="6800" b="1" i="1">
                <a:solidFill>
                  <a:srgbClr val="FFFFFF"/>
                </a:solidFill>
                <a:latin typeface="Times New Roman"/>
                <a:cs typeface="Times New Roman"/>
              </a:rPr>
              <a:t>going.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Times New Roman"/>
                <a:cs typeface="Times New Roman"/>
              </a:rPr>
              <a:t>Post your one research question and your ORCID iD in the group. Bring your plan next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Times New Roman"/>
                <a:cs typeface="Times New Roman"/>
                <a:hlinkClick r:id="rId2"/>
              </a:rPr>
              <a:t>chat.whatsapp.com/E29f5rozhAo8RbKjA00eSh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